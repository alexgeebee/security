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63F8F-05FD-D67C-26F4-1FB5CBC1E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3B8F94-5888-C923-34EE-80ADE404A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614AE-04C1-19E8-29FF-A466BA37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760039-3BC0-BB36-B84F-D547E99B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3D3CA-0EF2-4695-C3D1-7D96849D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92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87926-84AD-5D7C-767C-CAC6D212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7ADF81-F199-EB5A-EEB7-88981E8AC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C14B6C-3E1A-EF7F-F7D4-A184E850A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F28C73-6AD5-F9EC-E936-5D1D8806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68211-D68C-2492-B919-346B63BF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82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C9F5A-6FAE-585E-96B2-035E7469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2DEEE8-16A8-E896-8AF7-10D3D1AB5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ED06BA-4532-DC38-EB25-994F9EC5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03F6A8-2A39-06DF-16B7-95298972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21DB88-D4B3-31BF-051A-57530333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50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4116D-C25A-44F2-1152-927FACEB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F805AD-AEE5-C16D-D2D8-8E6188285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A92882-4CB6-1461-5452-92318478F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DA2563-04E7-7C40-F9FA-B670A649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BFD468-86AF-ED54-64CE-13AD7822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72A99D-B3FC-AC7E-4E8E-11611B9F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37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0B318-4442-65BD-CF62-BF666FBE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7BC943-F350-910B-1C59-002555BF3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726D61-2545-9FC8-C9FC-75CFEFCC5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DD9E21-EA90-AE98-59B5-06CAC6293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A832EEA-C109-A58E-0066-989CEAC75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969D53-7A93-74A5-8BCE-9DC9AFD7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59E86C0-07DE-07AA-1567-4BF1A8DF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66C67A-E87B-0B2C-B17D-2BC637BE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08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A2757-50EF-B7B3-6B1F-1E0B4004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DC4B23-3BE6-78AF-9DB5-B2612141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DC79201-DFD5-396C-5D0A-4A0AF483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A21A79-D536-DCE7-A1B9-A04F3313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37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74B552-5FF9-20EB-0E96-F8012EB4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E2F1D6-1207-C43C-D4C5-38462504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098A5D-683C-7365-1D29-09BE273D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35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348AE-FB0E-4188-8C4B-E9B39B6B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F58A5-185D-5F87-5503-56D6FD60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09CFAD-2E36-D15B-5675-3FAAECD55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595882-716D-5CFE-9B37-68BD2767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9AF75-042B-A623-FD8C-0B21A83A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6B2D79-D16A-9AD7-D648-607B3568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9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88BEA-F0BC-CD70-A30C-0FC11410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3BBA4B6-3A25-830A-A8EE-8E857D94D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7C31D2-32CC-955C-0B1C-BAE642059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E9573B-C7BB-F7E6-9EDC-24E763E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1D17CE-FFC2-AA0F-FD44-5F84CD02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9E5B53-DC54-C352-B58D-5B91BEBA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0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F2B2D-D853-01C7-93DD-4BEF395F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3A73D2-7D8C-4A0C-3CEE-4D4751C5B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55D25-E123-FDEA-D139-565452317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174EC8-BE30-A475-BF11-EE1D8FE6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C1700-2A68-D420-AFA5-80DB3226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30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5DCAA2-3D07-2297-3445-D85973383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CD357C-3BE5-E691-83D0-320663A48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D477C0-879D-D084-7AA1-B205174C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15717-1D73-862B-F9F2-FADC3415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6C3750-62D5-7AA0-C1B0-9C7D7791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20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C8C1F-102A-E8A9-8D74-EA64769E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BAFD8D-DC49-7FA9-20BB-0F95FA1A2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6D1FF0-67E1-F0C4-7742-8DABD1F98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32B01-CBB7-438A-98BF-0A91A77114D2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67838-2E0F-0E06-D89C-94A5F253A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737667-5BE8-A759-E77E-C54FA2B7D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086AC-EE5E-4CF6-9AF5-CCB983027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76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57C5F-5377-3C58-9A50-AB83FC204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/>
              <a:t>Бизнес план </a:t>
            </a:r>
            <a:br>
              <a:rPr lang="ru-RU"/>
            </a:br>
            <a:r>
              <a:rPr lang="ru-RU"/>
              <a:t>«Производство зацепов для скалолазания»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3EECFE-8F97-736E-C3B1-DAF03E712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9114"/>
            <a:ext cx="9144000" cy="2514677"/>
          </a:xfrm>
        </p:spPr>
        <p:txBody>
          <a:bodyPr>
            <a:normAutofit/>
          </a:bodyPr>
          <a:lstStyle/>
          <a:p>
            <a:pPr algn="l"/>
            <a:r>
              <a:rPr lang="ru-RU"/>
              <a:t>Подготовили:</a:t>
            </a:r>
          </a:p>
          <a:p>
            <a:pPr algn="l"/>
            <a:r>
              <a:rPr lang="ru-RU"/>
              <a:t>Щелкунов Александр</a:t>
            </a:r>
            <a:br>
              <a:rPr lang="ru-RU"/>
            </a:br>
            <a:r>
              <a:rPr lang="ru-RU"/>
              <a:t>Макаренко Михаил</a:t>
            </a:r>
          </a:p>
          <a:p>
            <a:pPr algn="l"/>
            <a:r>
              <a:rPr lang="ru-RU"/>
              <a:t>Группа: ИВ1-23-1</a:t>
            </a:r>
          </a:p>
        </p:txBody>
      </p:sp>
    </p:spTree>
    <p:extLst>
      <p:ext uri="{BB962C8B-B14F-4D97-AF65-F5344CB8AC3E}">
        <p14:creationId xmlns:p14="http://schemas.microsoft.com/office/powerpoint/2010/main" val="311698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A93B1-122D-CEAC-4F35-A1975CC3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Резюме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A649CC-EA2C-8585-EDA2-3D9A1945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83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BE9C3-66C0-338E-803F-28F76756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Товарная матрица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20EE4AC-FDCE-337E-B5BE-3A02AB835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841415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672162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4880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47090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60691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66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Базовые формы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 – 450 руб./шт.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150+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Локомотив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71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Реальные скалы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400 – 800 руб./шт.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50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Статусные / Люкс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80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Микро-наборы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От 3000 руб. (набор)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 – 30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Комплексные / Наборы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4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Болты + Крепеж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20 – 100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500 –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Сопутствующие / Допродажи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47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Эконом-линейка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200 – 300 руб./шт.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200+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1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50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4F33C-444B-D8A6-33A7-A82E38C1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52" y="179869"/>
            <a:ext cx="10515600" cy="1098516"/>
          </a:xfrm>
        </p:spPr>
        <p:txBody>
          <a:bodyPr/>
          <a:lstStyle/>
          <a:p>
            <a:r>
              <a:rPr lang="ru-RU"/>
              <a:t>Анализ рынка сбыта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2DBA6-31DD-B4E8-D943-525F2B99856C}"/>
              </a:ext>
            </a:extLst>
          </p:cNvPr>
          <p:cNvSpPr txBox="1"/>
          <p:nvPr/>
        </p:nvSpPr>
        <p:spPr>
          <a:xfrm>
            <a:off x="838200" y="1198604"/>
            <a:ext cx="10711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/>
              <a:t>С помощью сервиса Яндекс Вордстат проведено исследование рынка сбыта для нашей компании. Исследование показало невысокий, но стабильный коммерческий спрос, что характерно для узкоспециализированной ниши. Основными клиентами будут владельцы скалодромов, тренеры и частные энтузиасты, которым нужны качественные и износостойкие зацепы.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44712D2B-817E-BE61-3AB3-6EC771168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301" y="3102309"/>
            <a:ext cx="10515600" cy="328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8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AE4A3-861F-BF83-E38B-97BDF641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Анализ конкурентов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D7FC4ED-9017-2C80-3B9B-EDFCF8A15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2379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151133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01174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41713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2942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0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40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0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18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78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65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650D3-9FBB-3702-826C-3A1164AD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План маркетинга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4986C1-6F7A-4091-BA1B-90E067A44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27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1DA1A-9D59-E124-6D19-ABE51FF4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План производства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1A19997-9FFF-CACC-9804-7CE61FF80E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672457"/>
              </p:ext>
            </p:extLst>
          </p:nvPr>
        </p:nvGraphicFramePr>
        <p:xfrm>
          <a:off x="838200" y="1825625"/>
          <a:ext cx="1051559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894354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14946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73990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20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0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9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04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621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56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9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76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989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30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D790F-CABD-07B0-DC62-C8134137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Организационный 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E2B8C7-C0D2-7F83-A7DF-9031E55E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36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D2012-B3AC-7383-C816-A9B960C1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Юридический 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9AD775-EBB4-2837-5A67-3B8D0A8A5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47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15924-8CAC-A5A2-7BC4-72E91DE5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Финансовый 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4C1413-362F-308D-D520-F7EDCA56B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09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C726E-51A1-C083-452B-6EEEB082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SWOT-</a:t>
            </a:r>
            <a:r>
              <a:rPr lang="ru-RU"/>
              <a:t>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FF6A84-DA2C-FC7D-42C3-0978130EF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38" y="1547242"/>
            <a:ext cx="5793419" cy="2009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/>
              <a:t>Сильные стороны:</a:t>
            </a:r>
          </a:p>
          <a:p>
            <a:r>
              <a:rPr lang="ru-RU" sz="2400" b="1"/>
              <a:t>Уникальное торговое предложение</a:t>
            </a:r>
          </a:p>
          <a:p>
            <a:r>
              <a:rPr lang="ru-RU" sz="2400" b="1"/>
              <a:t>Высокое качество материалов</a:t>
            </a:r>
          </a:p>
          <a:p>
            <a:r>
              <a:rPr lang="ru-RU" sz="2400" b="1"/>
              <a:t>Гибкость и кастомизация</a:t>
            </a:r>
          </a:p>
          <a:p>
            <a:pPr marL="0" indent="0">
              <a:buNone/>
            </a:pPr>
            <a:endParaRPr lang="ru-RU" sz="2400" b="1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F01E579-B9E1-5DA1-FC71-58FABA74FB7B}"/>
              </a:ext>
            </a:extLst>
          </p:cNvPr>
          <p:cNvSpPr txBox="1">
            <a:spLocks/>
          </p:cNvSpPr>
          <p:nvPr/>
        </p:nvSpPr>
        <p:spPr>
          <a:xfrm>
            <a:off x="6258757" y="1567525"/>
            <a:ext cx="5793419" cy="20095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600"/>
              <a:t>Слабые стороны:</a:t>
            </a:r>
            <a:endParaRPr lang="ru-RU" sz="2600" b="1"/>
          </a:p>
          <a:p>
            <a:r>
              <a:rPr lang="ru-RU" sz="2400" b="1"/>
              <a:t>Ограниченность производственных мощностей</a:t>
            </a:r>
          </a:p>
          <a:p>
            <a:r>
              <a:rPr lang="ru-RU" sz="2400" b="1"/>
              <a:t>Отсутствие узнаваемости бренда</a:t>
            </a:r>
          </a:p>
          <a:p>
            <a:r>
              <a:rPr lang="ru-RU" sz="2400" b="1"/>
              <a:t>Узкий ассортимент на старте</a:t>
            </a:r>
            <a:endParaRPr lang="ru-RU" sz="2000" b="1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45F158A-C2F8-FF47-A5B4-4C660E23C62C}"/>
              </a:ext>
            </a:extLst>
          </p:cNvPr>
          <p:cNvSpPr txBox="1">
            <a:spLocks/>
          </p:cNvSpPr>
          <p:nvPr/>
        </p:nvSpPr>
        <p:spPr>
          <a:xfrm>
            <a:off x="465338" y="4007837"/>
            <a:ext cx="5793419" cy="200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/>
              <a:t>Возможности:</a:t>
            </a:r>
            <a:endParaRPr lang="ru-RU" sz="2400" b="1"/>
          </a:p>
          <a:p>
            <a:pPr marL="0" indent="0">
              <a:buFont typeface="Arial" panose="020B0604020202020204" pitchFamily="34" charset="0"/>
              <a:buNone/>
            </a:pPr>
            <a:endParaRPr lang="ru-RU" sz="260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23DF108-CBFD-C532-E640-6DCC4B1299CE}"/>
              </a:ext>
            </a:extLst>
          </p:cNvPr>
          <p:cNvSpPr txBox="1">
            <a:spLocks/>
          </p:cNvSpPr>
          <p:nvPr/>
        </p:nvSpPr>
        <p:spPr>
          <a:xfrm>
            <a:off x="6258756" y="4028120"/>
            <a:ext cx="5793419" cy="200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/>
              <a:t>Угрозы:</a:t>
            </a:r>
            <a:endParaRPr lang="ru-RU" sz="2400" b="1"/>
          </a:p>
          <a:p>
            <a:pPr marL="0" indent="0">
              <a:buFont typeface="Arial" panose="020B0604020202020204" pitchFamily="34" charset="0"/>
              <a:buNone/>
            </a:pPr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118234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2A4C0-4575-FEEA-B0EF-425127EE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Оценка рисков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1EBC50-CF69-6F74-D0CC-4265812C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4580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186</Words>
  <Application>Microsoft Office PowerPoint</Application>
  <PresentationFormat>Широкоэкранный</PresentationFormat>
  <Paragraphs>50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Бизнес план  «Производство зацепов для скалолазания»</vt:lpstr>
      <vt:lpstr>Резюме</vt:lpstr>
      <vt:lpstr>Товарная матрица</vt:lpstr>
      <vt:lpstr>Анализ рынка сбыта</vt:lpstr>
      <vt:lpstr>Анализ конкурентов</vt:lpstr>
      <vt:lpstr>План маркетинга</vt:lpstr>
      <vt:lpstr>План производства</vt:lpstr>
      <vt:lpstr>Организационный план</vt:lpstr>
      <vt:lpstr>Юридический план</vt:lpstr>
      <vt:lpstr>Финансовый план</vt:lpstr>
      <vt:lpstr>SWOT-анализ</vt:lpstr>
      <vt:lpstr>Оценка рисков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Щелкунов</dc:creator>
  <cp:lastModifiedBy>Александр Щелкунов</cp:lastModifiedBy>
  <cp:revision>34</cp:revision>
  <dcterms:created xsi:type="dcterms:W3CDTF">2026-03-13T19:20:20Z</dcterms:created>
  <dcterms:modified xsi:type="dcterms:W3CDTF">2026-03-15T20:07:50Z</dcterms:modified>
</cp:coreProperties>
</file>